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52928"/>
            <a:ext cx="12191695" cy="41148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Segoe UI"/>
              </a:rPr>
              <a:t>MNIST-PRO  ·  ARC 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3580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B6C3D4"/>
                </a:solidFill>
                <a:latin typeface="Segoe UI"/>
              </a:rPr>
              <a:t>What happens when a person and an AI are given the same problem, at the same moment, with the same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8D9DB2"/>
                </a:solidFill>
                <a:latin typeface="Segoe UI"/>
              </a:rPr>
              <a:t>panandi.github.io/mnistpro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8D9DB2"/>
                </a:solidFill>
                <a:latin typeface="Segoe UI"/>
              </a:rPr>
              <a:t>Runs in the browser  ·  No server  ·  No key needed to play solo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IN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Recognition is solved. Looking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Show a model a whole handwritten digit and it is right 92-98% of the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12137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That problem has been finished for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57144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Show it the same digit through a small moving window and accuracy collapses to 6.5-61%.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4048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Nothing about the digit changed. What changed is that the model now has to decide where to look next, and remember what it already saw.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548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That gap is the subject of this project, and you can play against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882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Two games, both in the browser. You will usually win, and watching how a model loses is more informative than any score.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56A00"/>
                </a:solidFill>
                <a:latin typeface="Segoe UI"/>
              </a:rPr>
              <a:t>Passive perception is not active perception. A model that reads an image perfectly can still be poor at deciding what to look 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6576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A8BF"/>
                </a:solidFill>
                <a:latin typeface="Segoe UI"/>
              </a:rPr>
              <a:t>PART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6C3D4"/>
                </a:solidFill>
                <a:latin typeface="Segoe UI"/>
              </a:rPr>
              <a:t>Two tasks: one needs no prior knowledge at all, the other needs a rule you must infer. Both are played by a person and a model at the same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MNIST-PRO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A digit behind a moving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canvas is 224x224. The window is 64x64 - about 8%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handwritten digit fills the canvas; everything outside the window is masked grey. You always start centred on part of the stroke, never on blank space.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36393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window moves up, down, left or right, 32px at a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19730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Half its own width, so consecutive views overlap. Each move is one sensing step.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244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Only the current window is visible. The rest is memory.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5779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This is the point of the benchmark, not a limitation of the interface. A 'keep a trail' option relaxes it to the published unbounded-lookback condition.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5754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One answer, 36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1909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36 is exactly the number of distinct window positions - enough to visit every one once. A wrong answer ends the round.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ON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Both lanes, mid-round</a:t>
            </a:r>
          </a:p>
        </p:txBody>
      </p:sp>
      <p:pic>
        <p:nvPicPr>
          <p:cNvPr id="6" name="Picture 5" descr="veils-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10424160" cy="45073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27278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67A"/>
                </a:solidFill>
                <a:latin typeface="Segoe UI"/>
              </a:rPr>
              <a:t>Left: the player's window. Right: the model's, with the thought it is acting on. Neither lane can see the other's canvas. Captured with a scripted opponent for a stable screenshot - the model quotes later in this deck are verbatim.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Fewest sensing steps wins - not fastest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Correctness gates everything.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lucky one-step guess never beats a careful correct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7484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Between two correct answers, fewer sensing steps wins. Equal counts are a 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59354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Time is deliberately not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2691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model answers over a network. Timing the race would measure API latency and connection speed rather than anyone's judgement.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1123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This mirrors the benchmark's own reward.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4460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-0.1 per move against +10 for a correct answer and -10 for a wrong one already means 'fewest steps wins'. The game did not invent a scoring rule.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THE OTHER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ARC Race - infer the hidden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Worked examples show a grid before and after. One hidden rule explains them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Apply it to a test grid. Three attempts, five minutes, fastest correct answer wins.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9255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Difficulty is measured, not guessed.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75889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classifier fits simple rules - rotations, mirrors, recolours, scaling, tiling - to all 400 ARC-AGI-1 training tasks. 19 are fully explained by one rule that also predicts the held-out answer. Those 19 are the Easy tier, and the game opens there.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928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Answers are never sent to the browser.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92627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Each task ships a SHA-256 of its answer. A submission is graded by hashing it and comparing digests, so the solution is not readable in the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26026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puzzle list shows the size of the ANSWER, not the input.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09364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It used to show the input, which made a 400-cell job look gentle. 109 of 386 need more than 150 cells painted and are now flagged as slow to paint.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6576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A8BF"/>
                </a:solidFill>
                <a:latin typeface="Segoe UI"/>
              </a:rPr>
              <a:t>PART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What the AI can actually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6C3D4"/>
                </a:solidFill>
                <a:latin typeface="Segoe UI"/>
              </a:rPr>
              <a:t>Published results, and verbatim reasoning from rounds played against the live site. Both the good and the bad are real output, not illustration.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THE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Whole digits are easy. Exploring for one is not.</a:t>
            </a:r>
          </a:p>
        </p:txBody>
      </p:sp>
      <p:pic>
        <p:nvPicPr>
          <p:cNvPr id="6" name="Picture 5" descr="char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822960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72600" y="19659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92-98%</a:t>
            </a: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shown the whole digit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6.5-61%</a:t>
            </a: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through a window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Best: 61%</a:t>
            </a: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Gemini 3.7 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67A"/>
                </a:solidFill>
                <a:latin typeface="Segoe UI"/>
              </a:rPr>
              <a:t>Published results, MNIST-PRO (arXiv:2608.31022). The gap is active perception, not recognition.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EFFORT DOES NOT RESCUE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Looking longer is not the same as looking well</a:t>
            </a:r>
          </a:p>
        </p:txBody>
      </p:sp>
      <p:pic>
        <p:nvPicPr>
          <p:cNvPr id="6" name="Picture 5" descr="chart_eff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78638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9893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Claude Sonnet 5 spends 29.6 of its 36 steps and reaches 11.5%. GLM-4.6V spends 4 and reaches 6.5%. Gemini 3.7 Flash spends 18.3 and reaches 61%. Strategy, not budget, separates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CAPABILITY, UP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When it works, it genuinely reasons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783080"/>
            <a:ext cx="41148" cy="937768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37944"/>
            <a:ext cx="10378440" cy="62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41B2D"/>
                </a:solidFill>
                <a:latin typeface="Segoe UI"/>
              </a:rPr>
              <a:t>"The center is completely white inside. We have traced a single continuous oval loop with a hollow white interior: top arch, right vertical stroke, bottom curve, left vertical stroke. It's a 0."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4816"/>
            <a:ext cx="10378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67A"/>
                </a:solidFill>
                <a:latin typeface="Segoe UI"/>
              </a:rPr>
              <a:t>Gemini 3.8 Flash, answering correctly after tracing the stroke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940303"/>
            <a:ext cx="41148" cy="706628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95167"/>
            <a:ext cx="10378440" cy="395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41B2D"/>
                </a:solidFill>
                <a:latin typeface="Segoe UI"/>
              </a:rPr>
              <a:t>"Wait, let's see where this connects. Let's move up."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90899"/>
            <a:ext cx="10378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67A"/>
                </a:solidFill>
                <a:latin typeface="Segoe UI"/>
              </a:rPr>
              <a:t>Choosing where to look next, mid-round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03547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That first quote is a correct answer reached by integrating four separate glimpses into one shape. It is a real capability, and it is worth seeing before the failure modes on the next slide.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CAPABILITY, UP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How it fails is specific, and repeatable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It wanders.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Eleven steps of moving without converging is ordinary. The published mean is 4 to 30 steps depending on the model, and most never reach an answer worth trusting.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63825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It loses the thread and starts narrating.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47162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"Wait, this stroke goes all the way around! Let's see: - Top-left: there was a loop or something? Wait! Let's recall the top-left image..." - the reasoning stops being about the digit and becomes about its own uncertainty.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4457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Working memory is the bottleneck, not eyesight.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27907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Each glimpse is perfectly legible. What degrades is holding four of them together and knowing which part of the canvas has not been examined.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56A00"/>
                </a:solidFill>
                <a:latin typeface="Segoe UI"/>
              </a:rPr>
              <a:t>None of this is a trick question. A person solves the same rounds in 5 to 10 glimpses without noticing they are doing anything clever.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6576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A8BF"/>
                </a:solidFill>
                <a:latin typeface="Segoe UI"/>
              </a:rPr>
              <a:t>PART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How it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6C3D4"/>
                </a:solidFill>
                <a:latin typeface="Segoe UI"/>
              </a:rPr>
              <a:t>A static site with no server that still keeps secrets, generates its data from the benchmark's own code, and is checked against the published runs.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A static site that still keeps secrets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GitHub Pages serves files and cannot run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So the whole race runs in the browser. There is no server to operate, nothing to attack, and no hosting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9255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No API key is ever in the 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75889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Solo play needs none at all. To race the AI a visitor supplies their own, held in their browser and sent only to openrouter.ai. The project's own key has never been in the repository, and that is enforced by a check on every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928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ARC answers ship as SHA-256 digests, never as answers.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92627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submission is graded by hashing it in the browser. MNIST canvases ship as packed bitmaps that Pages gzips to a few hundred bytes each.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1876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An optional FastAPI backend exists for a hosted AI lane.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02099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There the key stays server-side and is never returned to a client. It is not required for either game.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Generated by the benchmark, not imitated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Canvases come from the upstream generators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build_canvas and deterministic_start produce every canvas; episodes are sampled with the benchmark's own sample_balanced at seed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9255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So episode 0 here is episode 0 of the published runs.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75889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Verified against their golden manifest: it starts at [130,130], and two 'up' moves give [130,98] then [130,66] - exactly the trajectory their recorded run produced.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928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Only what must run live was ported to JavaScript.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92627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Movement clamping, the one-shot answer, the step limit, and the masking that render_observation performs. The rendered canvas is checked against the shipped bitmap pixel for pixel.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26026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200 MNIST-PRO episodes, balanced across all ten digits; 386 ARC tasks.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HIGH-LEVEL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Three parties, one of them optional</a:t>
            </a:r>
          </a:p>
        </p:txBody>
      </p:sp>
      <p:pic>
        <p:nvPicPr>
          <p:cNvPr id="6" name="Picture 5" descr="chart_h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1042416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HIGH-LEVEL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Where the trust boundaries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static origin holds no secrets, because it cannot hold anything.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GitHub Pages serves bytes. Every ARC answer it serves is a SHA-256 digest, and every MNIST canvas is a packed bitmap - correct to render, useless as an answer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99817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browser is the only place a key exists, and only if the visitor brings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3154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Held in localStorage, sent to openrouter.ai and nowhere else. Solo play never needs one, and the project's own key has never been in the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16553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model sees one glimpse at a time and nothing else.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99890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PNG of the current window plus the running transcript. It never receives the whole canvas, the label, or the human's progress.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26026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backend is optional and currently undeployed.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09364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It exists for a hosted AI lane where the key stays server-side. Neither game needs it, which is why there is no server to operate or attack.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LOW-LEVEL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What each file is responsible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docs/js/mnistpro.js  -  746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MNIST-PRO client. Ports env.py: newLane, move, applyAction, and a REASON enum of answered / step_limit / invalid_action / stopped. Plus draw() mirroring render_observation, and the agent loop: runAi, callModel, extractJson, normaliseAction.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8152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docs/js/game.js  -  971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6486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ARC client: grid editor, SHA-256 grading, five-minute clock, its own agent 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72713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docs/css/styles.css  -  1026 lines  ·  index.html, arc.html, guide.html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56050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One stylesheet for both games. No framework, no build step, no bundler.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6389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backend/app/  -  optional FastAPI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4723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core/config.py holds the only secret; services/ has arc_service, session_manager and openrouter_agent; schemas/models.py validates every grid before it is trusted.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LOW-LEVEL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One AI step,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1.  Render the observation.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draw() fills the canvas grey, pastes the 64px window from the unpacked bitmap and strokes the cyan border - the same masking render_observation performs. observationPng() forces a single window even when the spectator view shows a trail.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2385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2.  Ask the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55722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callModel posts the PNG plus the transcript, max_tokens 2000, and reads finish_reason. A truncated reply is retried with double the budget rather than repeated unchanged.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6169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3.  Read the 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45027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extractJson strips code fences and scans every balanced object, preferring the last one that names an action. normaliseAction trims and lowercases it, so "Right." is honoured - an unrecognised verb still ends the episode, as the benchmark intends.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50995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4.  Apply it, or refuse and say why.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3433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applyAction reports whether it applied. A reply arriving after the round ended is discarded and logged rather than scored.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LOW-LEVEL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The two data contracts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MNIST-PRO episode  -  data/mnistpro/episodes/epNNN.json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id, label, source_index, width 224, height 224, box_size 64, step_size 32, max_steps 36, start [x,y], and bits: the stroke bitmap packed one pixel per bit as base64. 200 episodes, 2.5 MB, gzipped to a few hundred bytes each in transit.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8152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ARC task  -  data/tasks/&lt;id&gt;.json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6486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id, train, test_input, answer_sha256, answer_rows, answer_cols, and for the easy tier a tier and hint. The answer itself is never present. 386 tasks, 1.4 MB.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79978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Grading is a hash comparison, not a lookup.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63314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browser hashes the submitted grid and compares digests, so a correct answer is recognised without the answer being in the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1163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Episode ids are the benchmark's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54500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Sampled with its sample_balanced at seed 42, so episode 0 here is episode 0 of the published runs - checked against their golden manifest.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LOW-LEVEL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How a lane can end, and who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answered  -  the only outcome that can win.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One answer per round: correct ends it, and so does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19985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step_limit  -  36 actions spent without answering.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0332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36 is exactly the number of distinct window positions.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5689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invalid_action  -  an unrecognised verb, or no usable action after three attempts.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40227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benchmark scores malformed actions rather than raising, and so does this. The reply is now shown on screen, so the cause is visible instead of guessed 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0105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stopped  -  a person pressed 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8439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Kept distinct from running out of steps, because reporting it as the latter was a lie the interface told for several days.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Decisions, and why they went that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ARC first, MNIST-PRO second.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ARC asks you to infer a rule in five minutes. That turned out to be the wrong kind of hard for a party game, so a task needing no prior knowledge became the front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90673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Difficulty measured rather than asserted.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74010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For ARC, a classifier found the 19 tasks a single rule explains. For MNIST-PRO, a simulation of 400 digits set the window size: 8x8 tiles end a round in 2 glimpses, 2x2 in 15. 4x4 was the playable middle.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98266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Steps, not seconds.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81603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Suggested by the first player to look at it, and correct: timing a networked opponent measures latency.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98595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rules panel collapsed by default.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8193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It occupied the top of both games before anyone had pressed anything.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WHAT BUILDING IT TAUGHT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The tests agreed with me more often than they should have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Five real bugs were caught by looking at screenshots, not by assertions.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correct answer reported as 'Wrong - it answered null'. Panels frozen on a stale state. Overlays sitting on top of live canvases. Sensible actions rejected on formatting. A reply cut off by a token budget and scored as malformed.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8152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common thread: asserting intent instead of outcome.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6486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Tests checked that hidden was set - it was - while the element stayed on screen, because an explicit CSS display beats the hidden attribute. Every such test passed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79978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Fixes applied per-place rather than once come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63314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hidden-attribute bug was patched in four components before being fixed globally. The token-budget check existed in two other code paths and was missing from the third.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78427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Diagnostics are a feature.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61764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failure message now shows the model's actual reply. The bug that took three rounds to identify would have been obvious in one.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CREDITS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Standing on other people's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MNIST-PRO  -  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Toh, Majumder, Liu, Chen and Poria. DeCLaRe Lab, Nanyang Technological University, and A*STAR. arXiv:2608.31022  ·  github.com/declare-lab/MNIST-PRO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63825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MNIST  -  CC BY-SA 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4716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LeCun, Cortes and Burges, derived from NIST Special Database 19.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37306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ARC-AGI-1  -  Apache 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20643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Francois Chollet. The public training set, used unmodified.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10787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Licences are retained in the repository.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4124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third_party/mnist-pro/LICENSE, with attribution files beside the generated data.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41148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Segoe UI"/>
              </a:rPr>
              <a:t>Play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90000"/>
              </a:lnSpc>
            </a:pPr>
            <a:r>
              <a:rPr sz="1550" b="0" i="0">
                <a:solidFill>
                  <a:srgbClr val="D4DEEA"/>
                </a:solidFill>
                <a:latin typeface="Segoe UI"/>
              </a:rPr>
              <a:t>MNIST-PRO        panandi.github.io/mnistpro</a:t>
            </a:r>
          </a:p>
          <a:p>
            <a:pPr algn="l">
              <a:lnSpc>
                <a:spcPct val="190000"/>
              </a:lnSpc>
            </a:pPr>
            <a:r>
              <a:rPr sz="1550" b="0" i="0">
                <a:solidFill>
                  <a:srgbClr val="D4DEEA"/>
                </a:solidFill>
                <a:latin typeface="Segoe UI"/>
              </a:rPr>
              <a:t>ARC Race         panandi.github.io/mnistpro/arc.html</a:t>
            </a:r>
          </a:p>
          <a:p>
            <a:pPr algn="l">
              <a:lnSpc>
                <a:spcPct val="190000"/>
              </a:lnSpc>
            </a:pPr>
            <a:r>
              <a:rPr sz="1550" b="0" i="0">
                <a:solidFill>
                  <a:srgbClr val="D4DEEA"/>
                </a:solidFill>
                <a:latin typeface="Segoe UI"/>
              </a:rPr>
              <a:t>Player's guide   panandi.github.io/mnistpro/guide.html</a:t>
            </a:r>
          </a:p>
          <a:p>
            <a:pPr algn="l">
              <a:lnSpc>
                <a:spcPct val="190000"/>
              </a:lnSpc>
            </a:pPr>
            <a:r>
              <a:rPr sz="1550" b="0" i="0">
                <a:solidFill>
                  <a:srgbClr val="D4DEEA"/>
                </a:solidFill>
                <a:latin typeface="Segoe UI"/>
              </a:rPr>
              <a:t>Source           github.com/panandi/mnistpro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D9DB2"/>
                </a:solidFill>
                <a:latin typeface="Segoe UI"/>
              </a:rPr>
              <a:t>No install, no sign-up, no key needed to play solo. Bring an OpenRouter key if you want to race the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