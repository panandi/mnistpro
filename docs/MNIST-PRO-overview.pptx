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52928"/>
            <a:ext cx="12191695" cy="41148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MNIST-PRO  ·  ARC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B6C3D4"/>
                </a:solidFill>
                <a:latin typeface="Segoe UI"/>
              </a:rPr>
              <a:t>Two games where a person and an AI face the same problem at the same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8D9DB2"/>
                </a:solidFill>
                <a:latin typeface="Segoe UI"/>
              </a:rPr>
              <a:t>panandi.github.io/mnistpro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8D9DB2"/>
                </a:solidFill>
                <a:latin typeface="Segoe UI"/>
              </a:rPr>
              <a:t>Runs entirely in the browser  ·  No server  ·  No API key required to play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20624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A667A"/>
                </a:solidFill>
                <a:latin typeface="Segoe U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B2D"/>
                </a:solidFill>
                <a:latin typeface="Segoe UI"/>
              </a:rPr>
              <a:t>Same problem, same moment, two players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A person and a model are given an identical task and race.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5510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Not a benchmark chart in a paper - something you can actually sit down and play.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74290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Two games, because the first one was too hard.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75280"/>
            <a:ext cx="1060704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ARC Race asks you to infer a hidden rule. That turned out to be the wrong kind of hard for a five-minute game, so MNIST-PRO was added and became the front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89960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MNIST-PRO needs no prior knowledge.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90950"/>
            <a:ext cx="1060704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There is no rule to work out. Everyone already knows what a handwritten digit looks like - the difficulty is entirely in deciding where to look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05630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You are expected to win.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6620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That is the interesting part, not a defect. Active perception is a real weakness in current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20624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A667A"/>
                </a:solidFill>
                <a:latin typeface="Segoe UI"/>
              </a:rPr>
              <a:t>MNIST-PRO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B2D"/>
                </a:solidFill>
                <a:latin typeface="Segoe UI"/>
              </a:rPr>
              <a:t>A digit behind a moving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The canvas is 224x224. The window is 64x64 - about 8% of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5510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A handwritten digit fills the canvas. Everything outside the window is masked grey.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74290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The window moves up, down, left or right, 32px at a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75280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Half the window's width, so consecutive views overlap. Each move is one sensing 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74060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Only the current window is visible. The rest is memory.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75050"/>
            <a:ext cx="1060704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This is the point of the benchmark, not a limitation. A 'keep a trail' option relaxes it to the published unbounded-lookback condition.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89730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One answer, 36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90720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36 is exactly the number of distinct window positions - enough to visit every one once. A wrong answer ends the 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20624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A667A"/>
                </a:solidFill>
                <a:latin typeface="Segoe UI"/>
              </a:rPr>
              <a:t>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B2D"/>
                </a:solidFill>
                <a:latin typeface="Segoe UI"/>
              </a:rPr>
              <a:t>Fewest sensing steps wins - not fastest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Correctness gates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5510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A lucky one-step guess never beats a careful correct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92578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Between two correct answers, fewer sensing steps wins. Equal counts 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94736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Time is deliberately not scored.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95726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The model answers over a network. Timing the race would measure API latency and my connection speed, not anyone's judgement.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12794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This mirrors the benchmark's own reward.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13784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-0.1 per move against +10 for a correct answer and -10 for a wrong one is already 'fewest steps wins'.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20624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A667A"/>
                </a:solidFill>
                <a:latin typeface="Segoe UI"/>
              </a:rPr>
              <a:t>WHY YOU ARE THE FAVOURITE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B2D"/>
                </a:solidFill>
                <a:latin typeface="Segoe UI"/>
              </a:rPr>
              <a:t>Whole digits are easy. Exploring for one is not.</a:t>
            </a:r>
          </a:p>
        </p:txBody>
      </p:sp>
      <p:pic>
        <p:nvPicPr>
          <p:cNvPr id="6" name="Picture 5" descr="resul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8229600" cy="41125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0" y="201168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92-98%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on the whole digit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6.5-61%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through a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72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67A"/>
                </a:solidFill>
                <a:latin typeface="Segoe UI"/>
              </a:rPr>
              <a:t>Published results, MNIST-PRO (arXiv:2608.31022). The gap is active perception, not recognition.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20624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A667A"/>
                </a:solidFill>
                <a:latin typeface="Segoe UI"/>
              </a:rPr>
              <a:t>HOW TO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B2D"/>
                </a:solidFill>
                <a:latin typeface="Segoe UI"/>
              </a:rPr>
              <a:t>MNIST-PRO, in four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1.  Start a 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5510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You begin centred on part of the digit, never on blank canvas.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56002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2.  Move the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6992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Arrow keys or the on-screen pad. Follow the ink.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37484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3.  Name the digit.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38474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Press 0-9 when you are sure. You are asked to confirm, because you only get one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18965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4.  Compare.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19955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Your sensing steps against the model's.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00447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Optional: race the 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01437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Needs your own OpenRouter key, kept in your browser and sent only to openrouter.ai. Solo play needs nothing.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20624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A667A"/>
                </a:solidFill>
                <a:latin typeface="Segoe UI"/>
              </a:rPr>
              <a:t>THE OTHER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B2D"/>
                </a:solidFill>
                <a:latin typeface="Segoe UI"/>
              </a:rPr>
              <a:t>ARC Race - infer the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Worked examples show a grid before and after. One hidden rule explains them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5510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Apply it to a test grid. Three attempts, five minutes, fastest correct answer wins.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37714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Difficulty is measured, not guessed.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8704"/>
            <a:ext cx="1060704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A classifier fits simple rules - rotations, mirrors, recolours, scaling, tiling - to all 400 ARC-AGI-1 training tasks. 19 are fully explained by one rule that also predicts the held-out answer. Those 19 are the Easy tier, and the game opens on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16808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Every easy puzzle carries an opt-in hint naming its rule.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17798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The answer itself is never shipped - only a SHA-256 of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80002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The puzzle list shows the size of the answer, not the input.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80992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109 of 386 need more than 150 cells painted and are flagged 'slow to paint'.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20624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A667A"/>
                </a:solidFill>
                <a:latin typeface="Segoe UI"/>
              </a:rPr>
              <a:t>HOW IT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B2D"/>
                </a:solidFill>
                <a:latin typeface="Segoe UI"/>
              </a:rPr>
              <a:t>A static site that still keeps secrets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GitHub Pages serves files and cannot run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5510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So the whole race runs in the browser. There is no server to attack and nothing to host.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37714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ARC answers are never sent to the browser.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8704"/>
            <a:ext cx="1060704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Each task ships a SHA-256 of its answer. A submission is graded by hashing it and comparing digests, so the solution is not readable in the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16808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No API key is ever in the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17798"/>
            <a:ext cx="1060704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Solo play needs no key at all. To race the AI, a visitor supplies their own, held in their browser and sent only to openrouter.ai. The project's own key has never been in the repository.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95902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An optional FastAPI backend exists for a hosted AI lane.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96892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There the key stays server-side and is never returned to a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20624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A667A"/>
                </a:solidFill>
                <a:latin typeface="Segoe UI"/>
              </a:rPr>
              <a:t>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B2D"/>
                </a:solidFill>
                <a:latin typeface="Segoe UI"/>
              </a:rPr>
              <a:t>Built on the benchmark, and checked against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Canvases come from the upstream generators, not a lookalike.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5510"/>
            <a:ext cx="1060704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build_canvas and deterministic_start produce every canvas; episodes are sampled with their own sample_balanced at seed 42, so episode 0 here is episode 0 of the published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35326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Verified against their golden manifest.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36316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Episode 0 starts at [130,130]; two 'up' moves give [130,98] then [130,66] - exactly the trajectory their recorded run produced.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0232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The rendered canvas matches the shipped bitmap pixel for pixel.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81222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Masking is measured by reading pixels back off the canvas, not eyeballed.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5138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Both games are checked in a real browser on the live 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26128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Puzzle grading is tested in both directions: a wrong answer must be rejected and the right one accepted.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20624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A667A"/>
                </a:solidFill>
                <a:latin typeface="Segoe UI"/>
              </a:rPr>
              <a:t>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1B2D"/>
                </a:solidFill>
                <a:latin typeface="Segoe UI"/>
              </a:rPr>
              <a:t>Standing on other people's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MNIST-PRO  -  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5510"/>
            <a:ext cx="1060704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Toh, Majumder, Liu, Chen and Poria. DeCLaRe Lab, Nanyang Technological University, and A*STAR. arXiv:2608.31022  ·  github.com/declare-lab/MNIST-PRO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71902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MNIST  -  CC BY-SA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72892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LeCun, Cortes and Burges, derived from NIST Special Database 19.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53384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ARC-AGI-1  -  Apache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54374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Francois Chollet. The public training set, used unmodified.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34866"/>
            <a:ext cx="10607040" cy="2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1B2D"/>
                </a:solidFill>
                <a:latin typeface="Segoe UI"/>
              </a:rPr>
              <a:t>Licences are retained in the repository.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5856"/>
            <a:ext cx="1060704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A667A"/>
                </a:solidFill>
                <a:latin typeface="Segoe UI"/>
              </a:rPr>
              <a:t>third_party/mnist-pro/LICENSE, and attribution files beside the generated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1148"/>
          </a:xfrm>
          <a:prstGeom prst="rect">
            <a:avLst/>
          </a:prstGeom>
          <a:solidFill>
            <a:srgbClr val="00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600" b="0">
                <a:solidFill>
                  <a:srgbClr val="D4DEEA"/>
                </a:solidFill>
                <a:latin typeface="Segoe UI"/>
              </a:rPr>
              <a:t>MNIST-PRO        panandi.github.io/mnistpro</a:t>
            </a:r>
          </a:p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600" b="0">
                <a:solidFill>
                  <a:srgbClr val="D4DEEA"/>
                </a:solidFill>
                <a:latin typeface="Segoe UI"/>
              </a:rPr>
              <a:t>ARC Race         panandi.github.io/mnistpro/arc.html</a:t>
            </a:r>
          </a:p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600" b="0">
                <a:solidFill>
                  <a:srgbClr val="D4DEEA"/>
                </a:solidFill>
                <a:latin typeface="Segoe UI"/>
              </a:rPr>
              <a:t>Player's guide   panandi.github.io/mnistpro/guide.html</a:t>
            </a:r>
          </a:p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600" b="0">
                <a:solidFill>
                  <a:srgbClr val="D4DEEA"/>
                </a:solidFill>
                <a:latin typeface="Segoe UI"/>
              </a:rPr>
              <a:t>Source           github.com/panandi/mnistpro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8D9DB2"/>
                </a:solidFill>
                <a:latin typeface="Segoe UI"/>
              </a:rPr>
              <a:t>No install, no sign-up, no key needed to play solo.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